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Goutham Chatakonda" userId="971e4458af0e248b" providerId="LiveId" clId="{51544F3C-91C0-4BA9-9AA8-3B20501FBFA1}"/>
    <pc:docChg chg="delSld">
      <pc:chgData name="Sai Goutham Chatakonda" userId="971e4458af0e248b" providerId="LiveId" clId="{51544F3C-91C0-4BA9-9AA8-3B20501FBFA1}" dt="2025-04-26T09:43:59.961" v="1" actId="47"/>
      <pc:docMkLst>
        <pc:docMk/>
      </pc:docMkLst>
      <pc:sldChg chg="del">
        <pc:chgData name="Sai Goutham Chatakonda" userId="971e4458af0e248b" providerId="LiveId" clId="{51544F3C-91C0-4BA9-9AA8-3B20501FBFA1}" dt="2025-04-26T09:43:59.961" v="1" actId="47"/>
        <pc:sldMkLst>
          <pc:docMk/>
          <pc:sldMk cId="0" sldId="267"/>
        </pc:sldMkLst>
      </pc:sldChg>
      <pc:sldChg chg="del">
        <pc:chgData name="Sai Goutham Chatakonda" userId="971e4458af0e248b" providerId="LiveId" clId="{51544F3C-91C0-4BA9-9AA8-3B20501FBFA1}" dt="2025-04-26T09:43:42.459" v="0" actId="4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EB692-6AEE-2745-A4E0-6AEBF4EA222E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15447-8343-9546-BA4A-DF9691BE0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9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https://www.chemengonline.com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https://www.envar.co.uk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https://thumbs.dreamstime.com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https://0.academia-photos.com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https://pubs.acs.org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Catalytic Pyrolysis Of Biomass: A Review Of Recent Research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295321"/>
            <a:ext cx="1828800" cy="733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>
                <a:latin typeface="Optima" pitchFamily="34" charset="0"/>
                <a:ea typeface="Optima" pitchFamily="34" charset="-122"/>
              </a:rPr>
              <a:t>Ch. Sai Goutham </a:t>
            </a:r>
          </a:p>
          <a:p>
            <a:pPr algn="ctr"/>
            <a:r>
              <a:rPr lang="en-GB" sz="1600" dirty="0">
                <a:latin typeface="Optima" pitchFamily="34" charset="0"/>
                <a:ea typeface="Optima" pitchFamily="34" charset="-122"/>
              </a:rPr>
              <a:t>23H51A6208</a:t>
            </a:r>
          </a:p>
          <a:p>
            <a:pPr algn="ctr"/>
            <a:r>
              <a:rPr lang="en-GB" sz="1600" dirty="0">
                <a:latin typeface="Optima" pitchFamily="34" charset="0"/>
                <a:ea typeface="Optima" pitchFamily="34" charset="-122"/>
              </a:rPr>
              <a:t>CSC-A</a:t>
            </a:r>
            <a:r>
              <a:rPr lang="en-GB" sz="100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</a:rPr>
              <a:t> </a:t>
            </a:r>
            <a:endParaRPr lang="en-US" sz="1000" dirty="0"/>
          </a:p>
        </p:txBody>
      </p:sp>
      <p:pic>
        <p:nvPicPr>
          <p:cNvPr id="4" name="Picture 2" descr="CMR College of Engineering &amp; Technology | Top Engineering College in ...">
            <a:extLst>
              <a:ext uri="{FF2B5EF4-FFF2-40B4-BE49-F238E27FC236}">
                <a16:creationId xmlns:a16="http://schemas.microsoft.com/office/drawing/2014/main" id="{5E4E66BD-C0F4-9611-4D1C-0092EFAEF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36" y="284310"/>
            <a:ext cx="7430461" cy="100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chemengonline.com/wp-content/uploads/2015/06/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Catalytic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Catalytic pyrolysis is a thermochemical process that converts biomass into valuable bio-oils and gases.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process enhances the yield and quality of biofuels compared to conventional pyrolysis.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Recent research has focused on optimizing catalysts to improve efficiency and reduce costs.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envar.co.uk/wp-content/uploads/2020/10/Biomass-renewable-energ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Biomass Utilization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Biomass is a renewable energy source that can reduce dependency on fossil fuels.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contributes to greenhouse gas mitigation by sequestering carbon during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Efficient conversion technologies are crucial for maximizing energy recovery from biomass.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humbs.dreamstime.com/z/biochar-syngas-oil-production-pyrolysis-plant-organic-biomass-thermal-decomposition-materials-high-temperatures-2315403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Pyrolysis Process Overview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Pyrolysis involves heating organic materials in the absence of oxygen to decompose them.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process generates bio-oil, char, and syngas, which can be further refined.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Catalytic pyrolysis incorporates catalysts to enhance product selectivity and yield.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Catalysts Used in Biomass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171871" cy="3200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Various catalysts, including zeolites, metal oxides, and biochar, have been explored in research.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type of catalyst affects the composition of bio-oil and the efficiency of the process.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choice of catalyst is critical for optimizing product properties and economic feasibility.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Mechanisms of Catalytic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14465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Catalysts facilitate chemical reactions that break down biomass into smaller molecules.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can alter reaction pathways, leading to different product distributions.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mechanisms is essential for designing effective catalytic systems.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Recent Advances in Catalytic Materials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78872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Novel catalysts, such as supported metal catalysts and bio-derived catalysts, have shown promising results.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Research has demonstrated improvements in bio-oil quality through enhanced catalytic activity.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Innovations in catalyst design aim to address challenges like catalyst deactivation and recycling.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Bio-Oil Composition and Quality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39865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quality of bio-oil is influenced by the type of biomass and the catalyst used.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High-quality bio-oil contains valuable chemicals that can be upgraded to transportation fuels.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Recent studies focus on tailoring catalysts to produce specific bio-oil fractions.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Environmental Benefits of Catalytic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67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Catalytic pyrolysis can help reduce waste by converting lignocellulosic materials into energy.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process has a lower carbon footprint compared to traditional fossil fuel extraction.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biomass conversion supports sustainable energy goals and circular economy principles.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Economic Viability of Catalytic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78872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economic feasibility of catalytic pyrolysis depends on biomass feedstock availability and costs.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Technological advancements are required to reduce operational and capital expenditures.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Recent models predict enhanced profitability through integrated biorefineries utilizing pyrolysis.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Catalytic Pyrolysis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035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Catalyst deactivation remains a significant challenge in maintaining process efficiency.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is a need for standardized testing methods to compare catalyst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Addressing feedstock variability is essential for consistent product quality in pyrolysis.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Research Directions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75244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research is likely to focus on developing more robust and efficient catalysts.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catalytic pyrolysis with other biomass conversion technologies is a promising area.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Investigating the life-cycle impacts of catalytic pyrolysis can provide a comprehensive understanding.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69801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Catalytic pyrolysis of biomass presents a viable pathway for sustainable energy production.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Recent research highlights the importance of catalyst optimization for improving outcomes.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investment and innovation are essential for realizing the full potential of this technology.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679</Words>
  <Application>Microsoft Office PowerPoint</Application>
  <PresentationFormat>On-screen Show (16:9)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Catalytic Pyrolysis Of Biomass: A Review Of Recent Research</dc:title>
  <dc:subject>Catalytic Pyrolysis Of Biomass: A Review Of Recent Research</dc:subject>
  <dc:creator>SlideMake.com</dc:creator>
  <cp:lastModifiedBy>Sai Goutham Chatakonda</cp:lastModifiedBy>
  <cp:revision>6</cp:revision>
  <dcterms:created xsi:type="dcterms:W3CDTF">2025-03-22T04:51:48Z</dcterms:created>
  <dcterms:modified xsi:type="dcterms:W3CDTF">2025-04-26T09:44:02Z</dcterms:modified>
</cp:coreProperties>
</file>